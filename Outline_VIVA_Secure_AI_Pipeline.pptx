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2286000"/>
            <a:ext cx="5486400" cy="5486400"/>
          </a:xfrm>
          <a:prstGeom prst="ellipse">
            <a:avLst/>
          </a:prstGeom>
          <a:solidFill>
            <a:srgbClr val="065A82">
              <a:alpha val="6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411480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Dissertation Outline VIVA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AI Pipeline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Sensitive Data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486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520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privacy-preserving ML pipeline with layered defences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empirical attack evaluation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Rajput Dhirajsing Rajeshsing
</a:t>
            </a:r>
            <a:pPr indent="0" marL="0">
              <a:buNone/>
            </a:pPr>
            <a:r>
              <a:rPr lang="en-US" sz="120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2024DA04378  ·  M.Tech. Data Science and Engineering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49377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
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Roshini V
</a:t>
            </a:r>
            <a:pPr indent="0" marL="0">
              <a:buNone/>
            </a:pPr>
            <a:r>
              <a:rPr lang="en-US" sz="120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Cognizant Technology Solutions, Chennai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Pilani  ·  WILP Division  ·  DSECLZG628T  · 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in plain English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691640"/>
            <a:ext cx="3657600" cy="429768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691640"/>
            <a:ext cx="91440" cy="4297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057400"/>
            <a:ext cx="640080" cy="6400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85800" y="342900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hospitals run AI models on personal data. Those models can leak information about the very people they were trained on — an attacker with query access can often tell whether a specific person was in the training set.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51960" y="1691640"/>
            <a:ext cx="3657600" cy="429768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691640"/>
            <a:ext cx="91440" cy="4297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057400"/>
            <a:ext cx="640080" cy="6400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6344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build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663440" y="342900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I'm building one end-to-end pipeline — encrypted storage, de-identification, training, authenticated API, audit log — and training the same model under four defence settings: none, k-anonymity only, DP only, both combined.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657600" cy="429768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0" y="1691640"/>
            <a:ext cx="91440" cy="4297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057400"/>
            <a:ext cx="640080" cy="6400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41080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answer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641080" y="342900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attack against each. Produce a privacy-versus-accuracy chart that lets an engineer pick the right configuration for their use case, instead of guessing.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IDENTIFIED  ·  SOLUTION PROPOSED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missing — and what I'll do about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45720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486400" cy="54864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5029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engineer has to build a sensitive-data ML pipeline today,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clear empirical guidance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whether to use k-anonymity, differential privacy, both together, or neither.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literature compares these techniques in isolation, on different datasets and different model architectures — which makes them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weigh against each other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real engineering decision.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74904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3840480"/>
            <a:ext cx="137160" cy="137160"/>
          </a:xfrm>
          <a:prstGeom prst="ellipse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600200"/>
            <a:ext cx="4617720" cy="45720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03720" y="1600200"/>
            <a:ext cx="461772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86600" y="16002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86600" y="233172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end-to-end pipeline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healthcare dataset.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model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all four defence configurations.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membership inference attack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each.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privacy-utility chart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practitioner can read off to choose a configuration.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AIM TO DELIVER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layered pipeline covering ingestion, de-identification, privacy-preserving training, controlled inference, and audit logging — as separate, testable stages.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46520" y="1737360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2376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De-identification + Encryption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23760" y="20574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module that classifies attributes, masks direct identifiers, applies k-anonymity at k = 5, and stores raw source records under authenticated encryption.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063240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Four-configuration ablation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3832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same model under: no defence, k-anonymity only, DP only, and both combined. DP variants at ε = 1, 3, 8 using Opacus DP-SGD.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46520" y="3063240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Authenticated inference API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338328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trained models behind a REST API with JWT auth, role-based access (analyst, admin), and a chained-hash audit log written to SQLite.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4343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evaluation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17320" y="4709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black-box membership inference attack against every configuration. Plot the privacy-versus-utility trade-off as a Pareto chart.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46520" y="4389120"/>
            <a:ext cx="594360" cy="5943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23760" y="4343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 model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223760" y="4709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STRIDE-style threat model linking each pipeline control to the threats it mitigates, plus qualitative discussion of attacks not run experimentally.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OF THE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48056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109728" cy="4480560"/>
          </a:xfrm>
          <a:prstGeom prst="rect">
            <a:avLst/>
          </a:prstGeom>
          <a:solidFill>
            <a:srgbClr val="2E7D4A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E7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5029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Diabetes 130-US Hospitals readmission dataset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~100,000 patient encounter records, binary readmission target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data, multilayer perceptron in PyTorch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pipeline configurations × three privacy budgets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Single-host deployment on commodity hardware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Python application — not a notebook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645920"/>
            <a:ext cx="5166360" cy="448056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1645920"/>
            <a:ext cx="109728" cy="4480560"/>
          </a:xfrm>
          <a:prstGeom prst="rect">
            <a:avLst/>
          </a:prstGeom>
          <a:solidFill>
            <a:srgbClr val="C58B1F"/>
          </a:solidFill>
          <a:ln w="12700">
            <a:solidFill>
              <a:srgbClr val="C58B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58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224028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Image, text, or time-series data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Multi-party computation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Homomorphic-encrypted inference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or edge training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GPU-only or large-model workloads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·  PART 1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pic>
        <p:nvPicPr>
          <p:cNvPr id="4" name="Image 0" descr="/home/claude/ppt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1088136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6217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row: data flow at runtime (encrypted store → de-identification → training → trained models → authenticated inference → tamper-evident audit log). Lower branch: evaluation flow (same models attacked, results compared on a privacy-utility chart).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 ·  PART 2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configurations and how I evaluate them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PIPELINE CONFIGURATIONS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4592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520440" y="19659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DP-SGD  (ε = 1, 3, 8)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k-anon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45920" y="2423160"/>
            <a:ext cx="2606040" cy="822960"/>
          </a:xfrm>
          <a:prstGeom prst="rect">
            <a:avLst/>
          </a:prstGeom>
          <a:solidFill>
            <a:srgbClr val="F2F7FB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24231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 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defence)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20440" y="2423160"/>
            <a:ext cx="2606040" cy="822960"/>
          </a:xfrm>
          <a:prstGeom prst="rect">
            <a:avLst/>
          </a:prstGeom>
          <a:solidFill>
            <a:srgbClr val="F2F7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4231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 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only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45920" y="3337560"/>
            <a:ext cx="2606040" cy="822960"/>
          </a:xfrm>
          <a:prstGeom prst="rect">
            <a:avLst/>
          </a:prstGeom>
          <a:solidFill>
            <a:srgbClr val="F2F7F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45920" y="33375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 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k-anonymity only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20440" y="3337560"/>
            <a:ext cx="2606040" cy="822960"/>
          </a:xfrm>
          <a:prstGeom prst="rect">
            <a:avLst/>
          </a:prstGeom>
          <a:solidFill>
            <a:srgbClr val="F2F7FB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0440" y="33375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 4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+ k-anonymity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(layered defence)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dataset. Same MLP architecture. Same training procedure. Only the defence layers change.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 —  TWO AXES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92240" y="1965960"/>
            <a:ext cx="5029200" cy="9144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1965960"/>
            <a:ext cx="109728" cy="914400"/>
          </a:xfrm>
          <a:prstGeom prst="rect">
            <a:avLst/>
          </a:prstGeom>
          <a:solidFill>
            <a:srgbClr val="2E7D4A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0574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Utility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F1, ROC-AUC on a held-out test set.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92240" y="3017520"/>
            <a:ext cx="5029200" cy="9144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3017520"/>
            <a:ext cx="109728" cy="914400"/>
          </a:xfrm>
          <a:prstGeom prst="rect">
            <a:avLst/>
          </a:prstGeom>
          <a:solidFill>
            <a:srgbClr val="C58B1F"/>
          </a:solidFill>
          <a:ln w="12700">
            <a:solidFill>
              <a:srgbClr val="C58B1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1089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privacy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AUC of a black-box membership inference attack (Shokri et al., 2017).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92240" y="4069080"/>
            <a:ext cx="5029200" cy="9144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20840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privacy-utility Pareto chart over the four configurations — the headline deliverable.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120640"/>
            <a:ext cx="10881360" cy="1051560"/>
          </a:xfrm>
          <a:prstGeom prst="rect">
            <a:avLst/>
          </a:prstGeom>
          <a:solidFill>
            <a:srgbClr val="E3EEF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2120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Plus a STRIDE threat model  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control in the pipeline mapped to the threats it mitigates. Attacks not run experimentally (model inversion, attribute inference) are addressed in a qualitative section of the report.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AND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status, and milestones for each VIVA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solidFill>
            <a:srgbClr val="F2F7FB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109728" cy="822960"/>
          </a:xfrm>
          <a:prstGeom prst="rect">
            <a:avLst/>
          </a:prstGeom>
          <a:solidFill>
            <a:srgbClr val="2E7D4A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E7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submitted on BITS portal · Literature review in progress (8 / 15 papers) · Python environment configured · Git repository initialised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5486400" cy="370332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1760"/>
            <a:ext cx="54864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6517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MID-SEMESTER VIVA  ·  by 21 Jun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demoable artifacts: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566160"/>
            <a:ext cx="5212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module (Fernet) — encrypt/decrypt CLI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De-identification module with k-anonymity verifier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1 — baseline classifier with metrics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2 — k-anonymity-only classifier with metrics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2651760"/>
            <a:ext cx="5166360" cy="370332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2651760"/>
            <a:ext cx="516636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6517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VIVA  ·  by 02 Aug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320040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additional demoable artifacts: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3566160"/>
            <a:ext cx="48920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 3 &amp; 4 — DP and DP+k-anon classifiers (ε = 1, 3, 8)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inference service + JWT + RBAC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with chain tamper-detection demo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 inference attack + Pareto plot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end-to-end run (single command)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Dissertation report with STRIDE threat model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I'LL BUILD WITH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and technologies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691640"/>
            <a:ext cx="3657600" cy="45720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691640"/>
            <a:ext cx="36576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91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PRIVACY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pandas, NumPy, scikit-learn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670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handling, splits, metrics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cryptography (Fernet)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AES-128-CBC + HMAC-SHA256 at rest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41148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de-id module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4407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k-anonymity (k = 5) + verifier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1691640"/>
            <a:ext cx="3657600" cy="45720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691640"/>
            <a:ext cx="365760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691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TRAINING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377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3.10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2670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language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246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PyTorch (CPU build)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2628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classifier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26280" y="41148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Opacus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407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DP-SGD wrapper for PyTorch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4983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matplotlib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26280" y="5276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plot, result figures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83880" y="1691640"/>
            <a:ext cx="3657600" cy="4572000"/>
          </a:xfrm>
          <a:prstGeom prst="rect">
            <a:avLst/>
          </a:prstGeom>
          <a:solidFill>
            <a:srgbClr val="F2F7FB"/>
          </a:solidFill>
          <a:ln w="12700">
            <a:solidFill>
              <a:srgbClr val="E3EE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3880" y="1691640"/>
            <a:ext cx="3657600" cy="5029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1691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+ EVAL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58200" y="2377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FastAPI + Uvicorn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58200" y="26700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inference endpoint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58200" y="3246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PyJWT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458200" y="3538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tokens, role-based access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58200" y="41148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SQLite + chained-hash log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58200" y="4407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audit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458200" y="4983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pytest + Git/GitHub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458200" y="5276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version control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1247120" y="65379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" y="653796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AI Pipeline for Sensitive Data  ·  Outline VIVA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065A82">
              <a:alpha val="50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C7293">
              <a:alpha val="40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Risks, future work, and thank you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 &amp;  MITIGATIONS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1945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Attack result too weak to discriminate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 is still a finding; fall back to attribute inference as secondary attack.
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pressure from full-time work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ε = 3 first, then integration polish — never the four-config comparison.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874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21945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clinical text or multi-modal records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 across simulated sites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Homomorphic-encrypted inference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attacks (model inversion, attribute inference) run empirically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 to take your questions.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E3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Rajput Dhirajsing Rajeshsing  ·  2024DA04378  ·  Supervisor: Roshini V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AI Pipeline for Sensitive Data — Outline VIVA</dc:title>
  <dc:subject>PptxGenJS Presentation</dc:subject>
  <dc:creator>Rajput Dhirajsing Rajeshsing</dc:creator>
  <cp:lastModifiedBy>Rajput Dhirajsing Rajeshsing</cp:lastModifiedBy>
  <cp:revision>1</cp:revision>
  <dcterms:created xsi:type="dcterms:W3CDTF">2026-05-21T11:38:53Z</dcterms:created>
  <dcterms:modified xsi:type="dcterms:W3CDTF">2026-05-21T11:38:53Z</dcterms:modified>
</cp:coreProperties>
</file>